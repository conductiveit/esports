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FC7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esports_logo_lib_l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828800"/>
            <a:ext cx="2286000" cy="2286000"/>
          </a:xfrm>
          <a:prstGeom prst="rect">
            <a:avLst/>
          </a:prstGeom>
        </p:spPr>
      </p:pic>
      <p:pic>
        <p:nvPicPr>
          <p:cNvPr id="5" name="Picture 4" descr="esports_logo_lib_drag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1828800"/>
            <a:ext cx="22860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17520" y="1280160"/>
            <a:ext cx="6126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C72C"/>
                </a:solidFill>
              </a:defRPr>
            </a:pPr>
            <a:r>
              <a:t>★ OFFICIAL SHELDON SCHOOL ESPORTS ★</a:t>
            </a:r>
          </a:p>
          <a:p>
            <a:pPr algn="ctr">
              <a:spcBef>
                <a:spcPts val="600"/>
              </a:spcBef>
              <a:defRPr sz="4600" b="1">
                <a:solidFill>
                  <a:srgbClr val="FFFFFF"/>
                </a:solidFill>
              </a:defRPr>
            </a:pPr>
            <a:r>
              <a:t>SHELDON ARENA</a:t>
            </a:r>
          </a:p>
          <a:p>
            <a:pPr algn="ctr">
              <a:spcBef>
                <a:spcPts val="600"/>
              </a:spcBef>
              <a:defRPr sz="1300" b="1">
                <a:solidFill>
                  <a:srgbClr val="F5A623"/>
                </a:solidFill>
              </a:defRPr>
            </a:pPr>
            <a:r>
              <a:t>COME &amp; TRY IT • FORM YOUR SQUAD • LEAGUE MATCHES • GRAND FINALS</a:t>
            </a:r>
          </a:p>
          <a:p>
            <a:pPr algn="ctr">
              <a:spcBef>
                <a:spcPts val="1200"/>
              </a:spcBef>
              <a:defRPr sz="1300">
                <a:solidFill>
                  <a:srgbClr val="E1DCF0"/>
                </a:solidFill>
              </a:defRPr>
            </a:pPr>
            <a:r>
              <a:t>Terms 1 &amp; 2 drop-in sessions start now! No team needed yet — drop in on your year group's day, try the game, and form your 5-player squad by the end of Term 2.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5212080"/>
            <a:ext cx="5943600" cy="68580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C72C"/>
                </a:solidFill>
              </a:defRPr>
            </a:pPr>
            <a:r>
              <a:t>⚡ NO SIGN-UP &amp; NO TEAM NEEDED YET — JUST DROP IN! ⚡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CLUB TIMETABLE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Weekly Year-Group Schedule (Terms 1 &amp;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Drop into the computing labs on your designated weekday — open to everyone!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05740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16550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YEAR 7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📅 Monday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YEAR 7 SESSIONS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Terms 1 &amp; 2: Come &amp; Try It open play.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Drop in solo or with friends.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Test weapons, movement, and cover building.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Find your future squadmates!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26080" y="1600200"/>
            <a:ext cx="205740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27248" y="1801368"/>
            <a:ext cx="16550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YEAR 8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📅 Tuesday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YEAR 8 SESSIONS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Terms 1 &amp; 2: Come &amp; Try It open play.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Casual drop-in matches.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Try CTF, TDM &amp; King of the Hill.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Connect with other Year 8 players.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1600200"/>
            <a:ext cx="205740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21808" y="1801368"/>
            <a:ext cx="16550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YEAR 9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📅 Wednesday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YEAR 9 SESSIONS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Terms 1 &amp; 2: Come &amp; Try It open play.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Fast-paced tactical 3D combat.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Experiment with squad setups.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Get ready for team formation!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600200"/>
            <a:ext cx="205740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16368" y="1801368"/>
            <a:ext cx="16550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YEAR 10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📅 Thursday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YEAR 10 SESSIONS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Terms 1 &amp; 2: Come &amp; Try It open play.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High-intensity practice games.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Master closing storm circle battles.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Scout players for your 5-player team.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09760" y="1600200"/>
            <a:ext cx="205740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10928" y="1801368"/>
            <a:ext cx="165506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Y11 &amp; 6TH FORM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📅 Friday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YEAR 11 &amp; 6TH FORM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Senior drop-in gaming arena.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Competitive open matches.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Test tactics, ramps &amp; high-ground cover.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Build your championship lineup.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TEAM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Form Your Team of 5 (By End of Term 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During Terms 1 &amp; 2, play openly — then register your official 5-player team!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338328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29809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SQUAD LINEUP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🛡️ 1. Full 5-Player Team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Decided by the end of Term 2.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Must be a complete team of 5 players from your year group.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All students must be part of a team for league fixtures.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Appoint 1 Team Captain to lead squad comms &amp; match lineups.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600200"/>
            <a:ext cx="338328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801368"/>
            <a:ext cx="29809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TEAM BRAND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🏷️ 2. Team Name &amp; 3-Letter Tag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Create a unique squad name (e.g. Chippenham Knights, Apex Titans).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Pick an official 3-letter in-game Tag (e.g. [KNT], [APX], [SHD]).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Your tag is displayed in-game on nametags, HUD, and live match killfeeds!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600200"/>
            <a:ext cx="338328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801368"/>
            <a:ext cx="29809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THEME &amp; INSIGNIA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🎵 3. Logo &amp; Walk-In Music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🎨 Team Logo: Pick your squad mascot (Lion, Dragon, Eagle, etc.) for live scoreboards &amp; broadcasts.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🎵 Custom Intro Music: Select your squad's signature hype walk-in music that plays dynamically on arena entry!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MATCH TYPES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Arena Game Modes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Four intense competitive battle formats played throughout the season.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5V5 TEAM STRATEGY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🚩 Capture The Flag (CTF)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Infiltrate the enemy base, grab their flag, and sprint home.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Carrier lockout: Flag carriers cannot shoot — squads must provide suppressive cover fire!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0136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HIGH INTENSITY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⚔️ Team Deathmatch (TDM)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Squad elimination shootout with tactical building and weapon looting.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A shrinking electric storm perimeter forces climactic final showdowns.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024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ZONE CONTROL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👑 King of the Hill (KOTH)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Dominate a shifting central capture hill against heavy enemy assault.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Hold the zone under fire and deploy barricades to secure points per second.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27024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OBJECTIVE ASSAULT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🚚 Payload &amp; Domination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Payload: Escort a moving cart into enemy territory while defenders contest.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Domination: Coordinate squad splits to capture and maintain 3 key control points.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SEASON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Sheldon Arena Season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How the club progresses from first drop-ins to the championship finale.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46888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20665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TERMS 1 &amp; 2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🎯 Phase 1: Terms 1 &amp; 2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"Come &amp; Try It" Sessions.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Drop in on your Year Group's day.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NO TEAMS NEEDED YET!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Play, test weapons &amp; building.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Meet players and form squads.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600200"/>
            <a:ext cx="246888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8" y="1801368"/>
            <a:ext cx="20665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TEAM PRACTICES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🛡️ Phase 2: End of Term 2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Official Team Registration.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Finalize your 5-player squad.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Pick captain, tag, logo &amp; music.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Dedicated team practice times.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Warm up against AI Sentry Bots.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00200"/>
            <a:ext cx="2468880" cy="4480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9088" y="1801368"/>
            <a:ext cx="20665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SEASON LEAGUE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📊 Phase 3: League Matches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Official scheduled match fixtures.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Weekly competitive rounds.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Earn league points and win/loss records.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Climb the live school standings ladder.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600200"/>
            <a:ext cx="246888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62288" y="1801368"/>
            <a:ext cx="2066544" cy="4078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GRAND FINALE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🏆 Phase 4: Arena Finals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End-of-Year Championship!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The top teams compete in an arena-style live event.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Spectators, live casting &amp; big screens.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Championship trophies &amp; school glory!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GAMEPLAY MECHANICS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Tactical Combat &amp; Arena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Key competitive mechanics your squad will master during matches.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0136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REAL-TIME COVER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🧱 Instant Tactical Building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Deploy wooden barricades, walls, and ramps in real-time under fire.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Build instant cover, block sniper sightlines, or rush high ground advantage.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0020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19088" y="180136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DYNAMIC PERIMETER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⚡ Electric Closing Storm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A contracting electric storm perimeter steadily forces teams to the island center.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Guarantees intense, action-packed final-circle finishes with zero camping.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06908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27024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PRACTICE RANGE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🤖 PvE Sentry Bot Warmups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Dedicated practice range featuring AI Sentry Bots across 3 difficulty tiers.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Great for warming up your aim and testing strategies before league matches.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069080"/>
            <a:ext cx="5212080" cy="2194560"/>
          </a:xfrm>
          <a:prstGeom prst="roundRect">
            <a:avLst/>
          </a:prstGeom>
          <a:solidFill>
            <a:srgbClr val="401970"/>
          </a:solidFill>
          <a:ln w="15240">
            <a:solidFill>
              <a:srgbClr val="B48C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9088" y="4270248"/>
            <a:ext cx="4809744" cy="17922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FFC72C"/>
                </a:solidFill>
              </a:defRPr>
            </a:pPr>
            <a:r>
              <a:t>PERFORMANCE RATING</a:t>
            </a:r>
          </a:p>
          <a:p>
            <a:pPr>
              <a:spcAft>
                <a:spcPts val="600"/>
              </a:spcAft>
              <a:defRPr sz="1700" b="1">
                <a:solidFill>
                  <a:srgbClr val="FFE696"/>
                </a:solidFill>
              </a:defRPr>
            </a:pPr>
            <a:r>
              <a:t>📈 Live In-Game Stats &amp; Ratings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Dynamic scoreboard tracks kills, deaths, captures, and player ratings.</a:t>
            </a:r>
          </a:p>
          <a:p>
            <a:pPr>
              <a:spcAft>
                <a:spcPts val="400"/>
              </a:spcAft>
              <a:defRPr sz="1200">
                <a:solidFill>
                  <a:srgbClr val="E1DCF0"/>
                </a:solidFill>
              </a:defRPr>
            </a:pPr>
            <a:r>
              <a:t>• Live broadcast spectator cameras and automatic killfeed overlays.</a:t>
            </a:r>
          </a:p>
        </p:txBody>
      </p:sp>
    </p:spTree>
  </p:cSld>
  <p:clrMapOvr>
    <a:masterClrMapping/>
  </p:clrMapOvr>
  <p:transition advTm="12000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0E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 b="1">
                <a:solidFill>
                  <a:srgbClr val="FFC72C"/>
                </a:solidFill>
              </a:defRPr>
            </a:pPr>
            <a:r>
              <a:t>GET READY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to Enter Sheldon Arena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25880"/>
            <a:ext cx="2286000" cy="36576"/>
          </a:xfrm>
          <a:prstGeom prst="rect">
            <a:avLst/>
          </a:prstGeom>
          <a:solidFill>
            <a:srgbClr val="FFC72C"/>
          </a:solidFill>
          <a:ln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234440"/>
            <a:ext cx="82296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300">
                <a:solidFill>
                  <a:srgbClr val="B4AACD"/>
                </a:solidFill>
              </a:defRPr>
            </a:pPr>
            <a:r>
              <a:t>No sign-up and no team needed yet — just drop in on your year group's day!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1600200"/>
            <a:ext cx="9966960" cy="4480560"/>
          </a:xfrm>
          <a:prstGeom prst="roundRect">
            <a:avLst/>
          </a:prstGeom>
          <a:solidFill>
            <a:srgbClr val="401970"/>
          </a:solidFill>
          <a:ln w="25400">
            <a:solidFill>
              <a:srgbClr val="FFC7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2000" b="1">
                <a:solidFill>
                  <a:srgbClr val="FFC72C"/>
                </a:solidFill>
              </a:defRPr>
            </a:pPr>
            <a:r>
              <a:t>HOW TO GET STARTED (3 EASY STEPS):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1️⃣  Drop In on Your Year Group's Day (Terms 1 &amp; 2) — Mon: Y7 • Tue: Y8 • Wed: Y9 • Thu: Y10 • Fri: Y11 &amp; Sixth Form. No team or sign-up needed!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2️⃣  Play, Test Weapons &amp; Form Your Squad — Try the game in Terms 1 &amp; 2, meet other players, and assemble your 5-player team by the end of Term 2.</a:t>
            </a:r>
          </a:p>
          <a:p>
            <a:pPr>
              <a:spcAft>
                <a:spcPts val="800"/>
              </a:spcAft>
              <a:defRPr sz="1350">
                <a:solidFill>
                  <a:srgbClr val="FFFFFF"/>
                </a:solidFill>
              </a:defRPr>
            </a:pPr>
            <a:r>
              <a:t>3️⃣  Register Your Team for the League — Choose your Team Captain, Team Name, 3-letter Tag, Mascot Logo, and signature Walk-In Music for the league!</a:t>
            </a:r>
          </a:p>
          <a:p>
            <a:pPr>
              <a:spcBef>
                <a:spcPts val="800"/>
              </a:spcBef>
              <a:defRPr sz="1350" b="1">
                <a:solidFill>
                  <a:srgbClr val="FFE696"/>
                </a:solidFill>
              </a:defRPr>
            </a:pPr>
            <a:r>
              <a:t>🏆 TERMS 1 &amp; 2: COME &amp; TRY IT • TEAMS FORMED BY END OF TERM 2 • GRAND FINALS AT END OF YEAR! 🏆</a:t>
            </a:r>
          </a:p>
        </p:txBody>
      </p:sp>
    </p:spTree>
  </p:cSld>
  <p:clrMapOvr>
    <a:masterClrMapping/>
  </p:clrMapOvr>
  <p:transition advTm="12000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